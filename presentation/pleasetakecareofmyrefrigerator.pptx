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594" y="1276350"/>
            <a:ext cx="82108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🧊 냉장고를 부탁해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929384" y="2419350"/>
            <a:ext cx="52852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식재료 관리 &amp; 레시피 추천 서비스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756470"/>
            <a:ext cx="2667000" cy="2163961"/>
          </a:xfrm>
          <a:prstGeom prst="roundRect">
            <a:avLst>
              <a:gd name="adj" fmla="val 8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ffb3d9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2633" y="1985070"/>
            <a:ext cx="116373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900"/>
              </a:spcAft>
              <a:buNone/>
            </a:pPr>
            <a:r>
              <a:rPr lang="en-US" sz="3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👩💻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64742" y="2891730"/>
            <a:ext cx="6995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임서영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9409" y="3425130"/>
            <a:ext cx="10500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38500" y="1756470"/>
            <a:ext cx="2667000" cy="2163961"/>
          </a:xfrm>
          <a:prstGeom prst="roundRect">
            <a:avLst>
              <a:gd name="adj" fmla="val 8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87ceeb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80992" y="1985070"/>
            <a:ext cx="581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900"/>
              </a:spcAft>
              <a:buNone/>
            </a:pPr>
            <a:r>
              <a:rPr lang="en-US" sz="3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222242" y="2891730"/>
            <a:ext cx="6995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손서영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2882" y="3425130"/>
            <a:ext cx="14582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Design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96000" y="1756470"/>
            <a:ext cx="2667000" cy="2163961"/>
          </a:xfrm>
          <a:prstGeom prst="roundRect">
            <a:avLst>
              <a:gd name="adj" fmla="val 8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ffeb99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38492" y="1985070"/>
            <a:ext cx="581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900"/>
              </a:spcAft>
              <a:buNone/>
            </a:pPr>
            <a:r>
              <a:rPr lang="en-US" sz="3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079742" y="2891730"/>
            <a:ext cx="6995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E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조윤채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61673" y="3425130"/>
            <a:ext cx="1535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Fullstack &amp; DevOps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소개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425029"/>
            <a:ext cx="8382000" cy="1150590"/>
          </a:xfrm>
          <a:prstGeom prst="roundRect">
            <a:avLst>
              <a:gd name="adj" fmla="val 1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87ceeb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653629"/>
            <a:ext cx="40513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2072729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냉장고 속 식재료를 AI로 자동 인식하고 유통기한을 관리하며 맞춤 레시피를 추천하는 서비스</a:t>
            </a:r>
            <a:endParaRPr lang="en-US" sz="1350" dirty="0"/>
          </a:p>
        </p:txBody>
      </p:sp>
      <p:pic>
        <p:nvPicPr>
          <p:cNvPr id="6" name="Image 0" descr="/tmp/rasterized-gradient-9e5444d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28020"/>
            <a:ext cx="2692450" cy="14286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500" y="2918520"/>
            <a:ext cx="235767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71500" y="3474690"/>
            <a:ext cx="23576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영수증 스캔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500" y="3779490"/>
            <a:ext cx="23576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OCR로 자동 등록</a:t>
            </a:r>
            <a:endParaRPr lang="en-US" sz="1050" dirty="0"/>
          </a:p>
        </p:txBody>
      </p:sp>
      <p:pic>
        <p:nvPicPr>
          <p:cNvPr id="10" name="Image 1" descr="/tmp/rasterized-gradient-4cfceef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50" y="2728020"/>
            <a:ext cx="2692450" cy="1428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16350" y="2918520"/>
            <a:ext cx="235767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3416350" y="3474690"/>
            <a:ext cx="23576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인식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16350" y="3779490"/>
            <a:ext cx="23576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Object Detection</a:t>
            </a:r>
            <a:endParaRPr lang="en-US" sz="1050" dirty="0"/>
          </a:p>
        </p:txBody>
      </p:sp>
      <p:pic>
        <p:nvPicPr>
          <p:cNvPr id="14" name="Image 2" descr="/tmp/rasterized-gradient-e2f6030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699" y="2728020"/>
            <a:ext cx="2692450" cy="14286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1199" y="2918520"/>
            <a:ext cx="235767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261199" y="3474690"/>
            <a:ext cx="23576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레시피 추천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261199" y="3779490"/>
            <a:ext cx="23576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맞춤형 요리법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E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133475"/>
            <a:ext cx="413385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133475"/>
            <a:ext cx="0" cy="1600200"/>
          </a:xfrm>
          <a:prstGeom prst="line">
            <a:avLst/>
          </a:prstGeom>
          <a:noFill/>
          <a:ln w="47625">
            <a:solidFill>
              <a:srgbClr val="FFB3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9125" y="1323975"/>
            <a:ext cx="37793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영수증 OCR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9125" y="1666875"/>
            <a:ext cx="3705225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EasyOCR로 한글 영수증 인식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상품명, 수량, 구매일자 자동 추출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체크박스로 선택 후 일괄 추가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29150" y="1133475"/>
            <a:ext cx="413385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52963" y="1133475"/>
            <a:ext cx="0" cy="1600200"/>
          </a:xfrm>
          <a:prstGeom prst="line">
            <a:avLst/>
          </a:prstGeom>
          <a:noFill/>
          <a:ln w="47625">
            <a:solidFill>
              <a:srgbClr val="87C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7275" y="1323975"/>
            <a:ext cx="37793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67275" y="1666875"/>
            <a:ext cx="3705225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모델로 식재료 인식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촬영만으로 자동 등록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신뢰도 점수 기반 필터링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1000" y="2847975"/>
            <a:ext cx="413385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4813" y="2847975"/>
            <a:ext cx="0" cy="1600200"/>
          </a:xfrm>
          <a:prstGeom prst="line">
            <a:avLst/>
          </a:prstGeom>
          <a:noFill/>
          <a:ln w="47625">
            <a:solidFill>
              <a:srgbClr val="FFEB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125" y="3038475"/>
            <a:ext cx="37793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E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유통기한 관리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9125" y="3381375"/>
            <a:ext cx="3705225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D-3 임박 알림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카테고리별 유통기한 차등 적용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냉장/냉동/실온 분류 관리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29150" y="2847975"/>
            <a:ext cx="413385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52963" y="2847975"/>
            <a:ext cx="0" cy="1600200"/>
          </a:xfrm>
          <a:prstGeom prst="line">
            <a:avLst/>
          </a:prstGeom>
          <a:noFill/>
          <a:ln w="47625">
            <a:solidFill>
              <a:srgbClr val="E1B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7275" y="3038475"/>
            <a:ext cx="37793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1B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레시피 추천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67275" y="3381375"/>
            <a:ext cx="3705225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 재료 기반 레시피 검색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유통기한 임박 재료 우선 활용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조리 단계별 가이드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2700" dirty="0"/>
          </a:p>
        </p:txBody>
      </p:sp>
      <p:pic>
        <p:nvPicPr>
          <p:cNvPr id="3" name="Image 0" descr="/tmp/rasterized-gradient-88c44f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47725"/>
            <a:ext cx="4095750" cy="1885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2450" y="1019175"/>
            <a:ext cx="38279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2450" y="1381125"/>
            <a:ext cx="375285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3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Pinia (상태관리)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Router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</a:t>
            </a:r>
            <a:endParaRPr lang="en-US" sz="1350" dirty="0"/>
          </a:p>
        </p:txBody>
      </p:sp>
      <p:pic>
        <p:nvPicPr>
          <p:cNvPr id="6" name="Image 1" descr="/tmp/rasterized-gradient-2ba7405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847975"/>
            <a:ext cx="4095750" cy="1885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2450" y="3019425"/>
            <a:ext cx="38279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52450" y="3381375"/>
            <a:ext cx="375285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4.2 + DRF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</a:t>
            </a:r>
            <a:endParaRPr lang="en-US" sz="1350" dirty="0"/>
          </a:p>
        </p:txBody>
      </p:sp>
      <p:pic>
        <p:nvPicPr>
          <p:cNvPr id="9" name="Image 2" descr="/tmp/rasterized-gradient-36cc9c9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847725"/>
            <a:ext cx="4095750" cy="1885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38700" y="1019175"/>
            <a:ext cx="38279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ML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4838700" y="1381125"/>
            <a:ext cx="375285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EasyOCR (영수증)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(Object Detection)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Pillow, NumPy</a:t>
            </a:r>
            <a:endParaRPr lang="en-US" sz="1350" dirty="0"/>
          </a:p>
        </p:txBody>
      </p:sp>
      <p:pic>
        <p:nvPicPr>
          <p:cNvPr id="12" name="Image 3" descr="/tmp/rasterized-gradient-ed7a4b8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0" y="2847975"/>
            <a:ext cx="4095750" cy="1885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38700" y="3019425"/>
            <a:ext cx="38279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4838700" y="3381375"/>
            <a:ext cx="375285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전국통합식품영양성분DB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28,000+ 식재료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카테고리 분류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유통기한/보관방법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8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16126" y="948779"/>
            <a:ext cx="3511600" cy="2842171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114300" dir="5400000">
              <a:srgbClr val="87ceeb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30768" y="1291679"/>
            <a:ext cx="2882316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80"/>
              </a:lnSpc>
              <a:spcAft>
                <a:spcPts val="1200"/>
              </a:spcAft>
              <a:buNone/>
            </a:pPr>
            <a:r>
              <a:rPr lang="en-US" sz="7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833473" y="2724150"/>
            <a:ext cx="1476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2250" b="1" dirty="0">
                <a:solidFill>
                  <a:srgbClr val="F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3130768" y="3181350"/>
            <a:ext cx="28823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앱 화면을 보여드리겠습니다</a:t>
            </a:r>
            <a:endParaRPr lang="en-US" sz="1500" dirty="0"/>
          </a:p>
        </p:txBody>
      </p:sp>
      <p:pic>
        <p:nvPicPr>
          <p:cNvPr id="7" name="Image 0" descr="/tmp/rasterized-gradient-52bcc0f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902" y="4019550"/>
            <a:ext cx="1337816" cy="5180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09557" y="4171950"/>
            <a:ext cx="820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영수증 스캔</a:t>
            </a:r>
            <a:endParaRPr lang="en-US" sz="1200" dirty="0"/>
          </a:p>
        </p:txBody>
      </p:sp>
      <p:pic>
        <p:nvPicPr>
          <p:cNvPr id="9" name="Image 1" descr="/tmp/rasterized-gradient-e7cbc7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218" y="4019550"/>
            <a:ext cx="1185416" cy="5180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39397" y="4171950"/>
            <a:ext cx="66505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인식</a:t>
            </a:r>
            <a:endParaRPr lang="en-US" sz="1200" dirty="0"/>
          </a:p>
        </p:txBody>
      </p:sp>
      <p:pic>
        <p:nvPicPr>
          <p:cNvPr id="11" name="Image 2" descr="/tmp/rasterized-gradient-03f6384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134" y="4019550"/>
            <a:ext cx="1337816" cy="5180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13789" y="4171950"/>
            <a:ext cx="820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레시피 추천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0133" y="491579"/>
            <a:ext cx="1163735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80"/>
              </a:lnSpc>
              <a:buNone/>
            </a:pPr>
            <a:r>
              <a:rPr lang="en-US" sz="7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🙏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706625" y="1962150"/>
            <a:ext cx="373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118836" y="2838450"/>
            <a:ext cx="49063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질문이 있으시면 언제든지 물어보세요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501926" y="3524250"/>
            <a:ext cx="2140148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13696" y="3638550"/>
            <a:ext cx="17166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대전2반 라따뚜이팀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14700" y="4286250"/>
            <a:ext cx="762000" cy="365671"/>
          </a:xfrm>
          <a:prstGeom prst="roundRect">
            <a:avLst>
              <a:gd name="adj" fmla="val 26048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2528" y="4362450"/>
            <a:ext cx="4663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임서영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91000" y="4286250"/>
            <a:ext cx="762000" cy="365671"/>
          </a:xfrm>
          <a:prstGeom prst="roundRect">
            <a:avLst>
              <a:gd name="adj" fmla="val 26048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38828" y="4362450"/>
            <a:ext cx="4663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손서영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67300" y="4286250"/>
            <a:ext cx="762000" cy="365671"/>
          </a:xfrm>
          <a:prstGeom prst="roundRect">
            <a:avLst>
              <a:gd name="adj" fmla="val 26048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15128" y="4362450"/>
            <a:ext cx="4663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조윤채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냉장고를 부탁해</dc:title>
  <dc:subject>식재료 관리 &amp; 레시피 추천 서비스</dc:subject>
  <dc:creator>대전2반 라따뚜이팀</dc:creator>
  <cp:lastModifiedBy>대전2반 라따뚜이팀</cp:lastModifiedBy>
  <cp:revision>1</cp:revision>
  <dcterms:created xsi:type="dcterms:W3CDTF">2025-12-22T05:09:41Z</dcterms:created>
  <dcterms:modified xsi:type="dcterms:W3CDTF">2025-12-22T05:09:41Z</dcterms:modified>
</cp:coreProperties>
</file>